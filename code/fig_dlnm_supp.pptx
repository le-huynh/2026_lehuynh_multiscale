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5943600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3546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414125"/>
            <a:ext cx="5052060" cy="3008266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538401"/>
            <a:ext cx="4457700" cy="2086184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9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2154193"/>
            <a:ext cx="5126355" cy="3594317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5782513"/>
            <a:ext cx="5126355" cy="1890166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82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6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2300203"/>
            <a:ext cx="2526030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2300203"/>
            <a:ext cx="2526030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7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60043"/>
            <a:ext cx="5126355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2118188"/>
            <a:ext cx="2514421" cy="1038091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3156278"/>
            <a:ext cx="2514421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2118188"/>
            <a:ext cx="2526804" cy="1038091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3156278"/>
            <a:ext cx="2526804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4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8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2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76051"/>
            <a:ext cx="1916966" cy="2016178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244112"/>
            <a:ext cx="3008948" cy="6140542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592229"/>
            <a:ext cx="1916966" cy="4802425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3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76051"/>
            <a:ext cx="1916966" cy="2016178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244112"/>
            <a:ext cx="3008948" cy="6140542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592229"/>
            <a:ext cx="1916966" cy="4802425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1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4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460041"/>
            <a:ext cx="1281589" cy="7322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460041"/>
            <a:ext cx="3770471" cy="7322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460043"/>
            <a:ext cx="5126355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2300203"/>
            <a:ext cx="5126355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8008709"/>
            <a:ext cx="133731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5FB84-0698-4E96-97B3-F8B9FAC434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8008709"/>
            <a:ext cx="200596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8008709"/>
            <a:ext cx="133731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C22AC-6376-49C7-9572-431DB1AE8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8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81231C8-6F52-EA94-EEAB-509A5FF14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" y="84224"/>
            <a:ext cx="2704007" cy="21031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76A3E0-F015-D369-65C2-703973CFB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" y="2229293"/>
            <a:ext cx="2704007" cy="21031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56CD56C-94AA-88C2-8272-B037A570A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" y="4369663"/>
            <a:ext cx="2704007" cy="21031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F3070B-A0AC-3478-838F-E30540064E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" y="6511165"/>
            <a:ext cx="2704007" cy="21031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F3593A-3F39-CDC5-9E3E-93F552DB27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59" y="5024"/>
            <a:ext cx="2821573" cy="21945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4CE0815-3AC2-C94E-4862-4E01A0B20C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58" y="2149297"/>
            <a:ext cx="2821573" cy="219456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83984D1-8947-1F36-60B0-A7E4E284BF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60" y="4290464"/>
            <a:ext cx="2821573" cy="21945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8D04069-5408-F085-4B2F-7A87D566F0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60" y="6426092"/>
            <a:ext cx="2821573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66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Le-Huynh, Truc-Ly (qus7tm)</dc:creator>
  <cp:lastModifiedBy>Le-Huynh, Truc-Ly (qus7tm)</cp:lastModifiedBy>
  <cp:revision>5</cp:revision>
  <dcterms:created xsi:type="dcterms:W3CDTF">2026-04-22T23:20:26Z</dcterms:created>
  <dcterms:modified xsi:type="dcterms:W3CDTF">2026-04-23T03:00:04Z</dcterms:modified>
</cp:coreProperties>
</file>